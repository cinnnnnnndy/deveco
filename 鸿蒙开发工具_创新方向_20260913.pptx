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这一页的第一句是可以直接转述的：1100 万注册里只有 10 到 20 万真正交付出应用，卡口在工具和验证环节。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 开发者论坛 FB22008758，2026-02 提交、03 回复，26.3 修复。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这条的空位是立论支点，建议实机复现一次再对外讲。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官方论坛已确认“并发过大触发排队控制”，但界面上一个字都没说；同期工具链下载涨 127%，Agent 只涨 1.2%。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对齐两端时钟这件事有技术前提，需要与调试服务侧确认可行性再对外承诺。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这一页回答的是“凭什么说这些创新点有用”。四个指标里前三个版本内可测，满意度是结果指标。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这一页是主动把业务周期的风险说出来，而不是等被问。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011680"/>
            <a:ext cx="6035040" cy="3767328"/>
          </a:xfrm>
          <a:prstGeom prst="rect">
            <a:avLst/>
          </a:prstGeom>
        </p:spPr>
      </p:pic>
      <p:pic>
        <p:nvPicPr>
          <p:cNvPr id="4" name="Image 2" descr="deck/icon-bas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5448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228600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鸿蒙开发工具 · 创新方向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2615184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让更多人把鸿蒙应用</a:t>
            </a:r>
            <a:endParaRPr lang="en-US" sz="4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交付出来</a:t>
            </a:r>
            <a:endParaRPr lang="en-US" sz="46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53542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三个方向，一条创新点两页：先讲场景与别人做到哪，再讲我们怎么做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658368" y="513892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58368" y="513892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2026-09-13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1847088" y="5138928"/>
            <a:ext cx="6133795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1847088" y="5138928"/>
            <a:ext cx="6133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 Android Studio · Xcode · 微信开发者工具 · Cursor · Claude Code · Codex · Qoder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8108899" y="5138928"/>
            <a:ext cx="1964131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108899" y="5138928"/>
            <a:ext cx="19641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8.X 候选，11–12 月进 BP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ba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为什么值得投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1100 万人注册，只有 10 到 20 万人真的交付出应用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920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九成以上漏在注册和交付之间。卡口不在语言、不在模型，在工具和验证环节——这条设计线的活，就是把这几个卡口一个一个打开。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" y="2560320"/>
            <a:ext cx="2587752" cy="1572768"/>
          </a:xfrm>
          <a:prstGeom prst="roundRect">
            <a:avLst>
              <a:gd name="adj" fmla="val 7558"/>
            </a:avLst>
          </a:prstGeom>
          <a:solidFill>
            <a:srgbClr val="F4F6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32688" y="27249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1100 万+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3284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注册开发者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HDC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264408" y="314553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10712" y="2560320"/>
            <a:ext cx="2587752" cy="1572768"/>
          </a:xfrm>
          <a:prstGeom prst="roundRect">
            <a:avLst>
              <a:gd name="adj" fmla="val 7558"/>
            </a:avLst>
          </a:prstGeom>
          <a:solidFill>
            <a:srgbClr val="F4F6F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85032" y="27249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50–150 万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685032" y="33284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过去一年写过鸿蒙代码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685032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5A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本方估算 · 置信度中低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016752" y="314553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63056" y="2560320"/>
            <a:ext cx="2587752" cy="1572768"/>
          </a:xfrm>
          <a:prstGeom prst="roundRect">
            <a:avLst>
              <a:gd name="adj" fmla="val 7558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37376" y="27249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10–20 万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437376" y="33284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有上架产出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37376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5A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本方估算 · 置信度中低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769096" y="314553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15400" y="2560320"/>
            <a:ext cx="2587752" cy="1572768"/>
          </a:xfrm>
          <a:prstGeom prst="roundRect">
            <a:avLst>
              <a:gd name="adj" fmla="val 7558"/>
            </a:avLst>
          </a:prstGeom>
          <a:solidFill>
            <a:srgbClr val="E6EEF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89720" y="27249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万+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33284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原生鸿蒙应用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9189720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HEC 2026 · 08-28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42245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中间两级是估算，不是官方口径；注册数含历史与学生账号，不等于鸿蒙专属。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58368" y="4773168"/>
            <a:ext cx="3505200" cy="1170432"/>
          </a:xfrm>
          <a:prstGeom prst="roundRect">
            <a:avLst>
              <a:gd name="adj" fmla="val 10156"/>
            </a:avLst>
          </a:prstGeom>
          <a:solidFill>
            <a:srgbClr val="F4F6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4400" y="4937760"/>
            <a:ext cx="299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8000 万台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" y="5376672"/>
            <a:ext cx="2993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HarmonyOS 6 终端，Q4 预计破 1 亿（HEC 2026）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28160" y="4773168"/>
            <a:ext cx="3505200" cy="1170432"/>
          </a:xfrm>
          <a:prstGeom prst="roundRect">
            <a:avLst>
              <a:gd name="adj" fmla="val 10156"/>
            </a:avLst>
          </a:prstGeom>
          <a:solidFill>
            <a:srgbClr val="F4F6F7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584192" y="4937760"/>
            <a:ext cx="299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24%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4584192" y="5376672"/>
            <a:ext cx="2993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中国手机销量的系统份额，Android 58% · iOS 18%（Counterpoint 2Q26）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97952" y="4773168"/>
            <a:ext cx="3505200" cy="1170432"/>
          </a:xfrm>
          <a:prstGeom prst="roundRect">
            <a:avLst>
              <a:gd name="adj" fmla="val 10156"/>
            </a:avLst>
          </a:prstGeom>
          <a:solidFill>
            <a:srgbClr val="F4F6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53984" y="4937760"/>
            <a:ext cx="299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38+ 家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8253984" y="5376672"/>
            <a:ext cx="2993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今年要进的头部公司。他们不换工具，只开 CLI 与插件的门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58368" y="608990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卡口打开之后的盘子有多大，这三个数字说明。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icon-qu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卡在哪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大公司和小团队，卡住的不是同一件事</a:t>
            </a:r>
            <a:endParaRPr lang="en-US" sz="25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1920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工具本身口碑不差——使用率 93.7%、满意加非常满意 75.7%（InfoQ 2025 开发者调研，n=625，其中鸿蒙开发者 526）。掉人的不是工具好不好用，是几个特定环节过不去。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58368" y="2542032"/>
            <a:ext cx="5312664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32688" y="2724912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头部公司 · 38+ 家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32688" y="3090672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他们有自己的 IDE 和流水线，只开 CLI 与插件的门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32688" y="3511296"/>
            <a:ext cx="4764024" cy="749808"/>
          </a:xfrm>
          <a:prstGeom prst="roundRect">
            <a:avLst>
              <a:gd name="adj" fmla="val 13415"/>
            </a:avLst>
          </a:prstGeom>
          <a:solidFill>
            <a:srgbClr val="E6EEF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15568" y="3584448"/>
            <a:ext cx="4398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卡在：检查项接不进流水线、大工程跑不动、多形态验证成本高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932688" y="431596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今年的主要 KPI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0488" y="2542032"/>
            <a:ext cx="5312664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64808" y="2724912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小厂与个人开发者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64808" y="3090672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没有专职工具人，要的是开箱就能用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64808" y="3511296"/>
            <a:ext cx="4764024" cy="749808"/>
          </a:xfrm>
          <a:prstGeom prst="roundRect">
            <a:avLst>
              <a:gd name="adj" fmla="val 13415"/>
            </a:avLst>
          </a:prstGeom>
          <a:solidFill>
            <a:srgbClr val="E6EEF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647688" y="3584448"/>
            <a:ext cx="4398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卡在：发版前不知道会被打回哪条、手上没有手表车机、长任务不知道跑到哪了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464808" y="431596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生态热度的来源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58368" y="4791456"/>
            <a:ext cx="1084478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32688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一个已经出现的信号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32688" y="521208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工具链在被采纳，Agent 没有被采纳。</a:t>
            </a:r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同生态、同日发版、同渠道，30 日下载增速一个 +127%，一个 +1.2%。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32688" y="5541264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口径：npm 逐日数据本地求和，含 CI 与镜像重复安装，只看趋势不推人数；两期采集窗口重叠，需后续期确认。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658368" y="614476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人愿意用工具，但还不愿意把活交给它——这决定了创新该往哪使劲。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怎么选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不比模型谁更聪明，比谁让人更省事、更放心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92024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这不是退让，是算过账的选择。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" y="2359152"/>
            <a:ext cx="10844784" cy="932688"/>
          </a:xfrm>
          <a:prstGeom prst="roundRect">
            <a:avLst>
              <a:gd name="adj" fmla="val 12745"/>
            </a:avLst>
          </a:prstGeom>
          <a:solidFill>
            <a:srgbClr val="F4F6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32688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16736" y="250545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模型是可以买、可以换的部件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04688" y="2505456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把资产押在部件上，等于押在别人的发布节奏上。我们支持配第三方模型，这本来就是我方唯一高于行业均值的一项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" y="3419856"/>
            <a:ext cx="10844784" cy="932688"/>
          </a:xfrm>
          <a:prstGeom prst="roundRect">
            <a:avLst>
              <a:gd name="adj" fmla="val 12745"/>
            </a:avLst>
          </a:prstGeom>
          <a:solidFill>
            <a:srgbClr val="E6EEF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16736" y="356616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卡住采纳的已经不是能力，是信任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504688" y="3566160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工具采用率 84%，但信任其输出准确性只有 33%、不信任 46%（Stack Overflow 2025，n=33,662）。能力过剩、信任不足——这种局面下决定采纳的是“人看不看得懂、敢不敢撤回”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4480560"/>
            <a:ext cx="10844784" cy="932688"/>
          </a:xfrm>
          <a:prstGeom prst="roundRect">
            <a:avLst>
              <a:gd name="adj" fmla="val 12745"/>
            </a:avLst>
          </a:prstGeom>
          <a:solidFill>
            <a:srgbClr val="F4F6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32688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16736" y="462686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行业头部今年推的全都是体验位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04688" y="4626864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两期竞品观察里，四家同期推进的是中断与纠偏、多文件改动审阅、权限分级、成本可见、长时自治边界。没有一家在推模型能力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5577840"/>
            <a:ext cx="10844784" cy="932688"/>
          </a:xfrm>
          <a:prstGeom prst="roundRect">
            <a:avLst>
              <a:gd name="adj" fmla="val 12745"/>
            </a:avLst>
          </a:prstGeom>
          <a:solidFill>
            <a:srgbClr val="F4F6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32688" y="5705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所以评估口径也换了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" y="5980176"/>
            <a:ext cx="10296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 · 等待可见 · 审阅与回退 · 满意度。前三个是过程指标，版本内可测、可直接设计；满意度是它们的结果。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icon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三个方向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按你的清单来，一条不少</a:t>
            </a:r>
            <a:endParaRPr lang="en-US" sz="25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1865376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标记说明：投＝有明确空位，值得立项｜半投＝一半是补齐、另一半没人做｜补齐＝别人都有，我们要跟上｜搭车＝跟着别的点一起做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58368" y="2304288"/>
            <a:ext cx="3505200" cy="3877056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96112" y="24505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761488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条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3054096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工具栏自定义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176016" y="312724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176016" y="31272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896112" y="3438144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场景化应用体检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76016" y="351129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176016" y="35112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896112" y="3822192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调优：从「症状」进入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176016" y="389534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176016" y="38953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96112" y="4206240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应用翻译/转化：安卓应用一键转化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176016" y="427939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3176016" y="427939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328160" y="2304288"/>
            <a:ext cx="3505200" cy="3877056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565904" y="24505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565904" y="2761488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条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565904" y="3054096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Inline-chat 覆盖更多场景（UI、Code、md）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845808" y="308610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845808" y="30861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4565904" y="3355848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Voice coding：语音开发模式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845808" y="338785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845808" y="33878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4565904" y="3657600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845808" y="368960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845808" y="368960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4565904" y="3959352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输出内容压缩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845808" y="399135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845808" y="39913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4565904" y="4261104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可视化编程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845808" y="429310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845808" y="42931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4565904" y="4562856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可视化调优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845808" y="459486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6845808" y="45948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4565904" y="4864608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互动式意图确认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6845808" y="489661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6845808" y="48966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4565904" y="5166360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 Workflow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845808" y="519836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6845808" y="519836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4565904" y="5468112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UI&amp;Code 二次编辑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6845808" y="550011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6845808" y="55001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53" name="Text 49"/>
          <p:cNvSpPr txBox="1"/>
          <p:nvPr/>
        </p:nvSpPr>
        <p:spPr>
          <a:xfrm>
            <a:off x="4565904" y="5769864"/>
            <a:ext cx="2206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协作时间轴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6845808" y="580186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6845808" y="58018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7997952" y="2304288"/>
            <a:ext cx="3505200" cy="3877056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8235696" y="24505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</a:t>
            </a:r>
            <a:endParaRPr lang="en-US" sz="1500" dirty="0"/>
          </a:p>
        </p:txBody>
      </p:sp>
      <p:sp>
        <p:nvSpPr>
          <p:cNvPr id="58" name="Text 54"/>
          <p:cNvSpPr txBox="1"/>
          <p:nvPr/>
        </p:nvSpPr>
        <p:spPr>
          <a:xfrm>
            <a:off x="8235696" y="2761488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条</a:t>
            </a:r>
            <a:endParaRPr lang="en-US" sz="1050" dirty="0"/>
          </a:p>
        </p:txBody>
      </p:sp>
      <p:sp>
        <p:nvSpPr>
          <p:cNvPr id="59" name="Text 55"/>
          <p:cNvSpPr txBox="1"/>
          <p:nvPr/>
        </p:nvSpPr>
        <p:spPr>
          <a:xfrm>
            <a:off x="8235696" y="3054096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一多联动＋跨端开发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10515600" y="312724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10515600" y="31272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62" name="Text 58"/>
          <p:cNvSpPr txBox="1"/>
          <p:nvPr/>
        </p:nvSpPr>
        <p:spPr>
          <a:xfrm>
            <a:off x="8235696" y="3438144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真机多设备</a:t>
            </a:r>
            <a:endParaRPr lang="en-US" sz="1050" dirty="0"/>
          </a:p>
        </p:txBody>
      </p:sp>
      <p:sp>
        <p:nvSpPr>
          <p:cNvPr id="63" name="Shape 59"/>
          <p:cNvSpPr/>
          <p:nvPr/>
        </p:nvSpPr>
        <p:spPr>
          <a:xfrm>
            <a:off x="10515600" y="351129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10515600" y="35112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65" name="Text 61"/>
          <p:cNvSpPr txBox="1"/>
          <p:nvPr/>
        </p:nvSpPr>
        <p:spPr>
          <a:xfrm>
            <a:off x="8235696" y="3822192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单屏多设备切换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10515600" y="389534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10515600" y="38953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68" name="Text 64"/>
          <p:cNvSpPr txBox="1"/>
          <p:nvPr/>
        </p:nvSpPr>
        <p:spPr>
          <a:xfrm>
            <a:off x="8235696" y="4206240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分布式调试</a:t>
            </a:r>
            <a:endParaRPr lang="en-US" sz="1050" dirty="0"/>
          </a:p>
        </p:txBody>
      </p:sp>
      <p:sp>
        <p:nvSpPr>
          <p:cNvPr id="69" name="Shape 65"/>
          <p:cNvSpPr/>
          <p:nvPr/>
        </p:nvSpPr>
        <p:spPr>
          <a:xfrm>
            <a:off x="10515600" y="427939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10515600" y="427939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71" name="Text 67"/>
          <p:cNvSpPr txBox="1"/>
          <p:nvPr/>
        </p:nvSpPr>
        <p:spPr>
          <a:xfrm>
            <a:off x="8235696" y="4590288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远端调试</a:t>
            </a:r>
            <a:endParaRPr lang="en-US" sz="1050" dirty="0"/>
          </a:p>
        </p:txBody>
      </p:sp>
      <p:sp>
        <p:nvSpPr>
          <p:cNvPr id="72" name="Shape 68"/>
          <p:cNvSpPr/>
          <p:nvPr/>
        </p:nvSpPr>
        <p:spPr>
          <a:xfrm>
            <a:off x="10515600" y="466344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10515600" y="466344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950" dirty="0"/>
          </a:p>
        </p:txBody>
      </p:sp>
      <p:sp>
        <p:nvSpPr>
          <p:cNvPr id="74" name="Text 70"/>
          <p:cNvSpPr txBox="1"/>
          <p:nvPr/>
        </p:nvSpPr>
        <p:spPr>
          <a:xfrm>
            <a:off x="8235696" y="4974336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连接状态体验创新</a:t>
            </a:r>
            <a:endParaRPr lang="en-US" sz="1050" dirty="0"/>
          </a:p>
        </p:txBody>
      </p:sp>
      <p:sp>
        <p:nvSpPr>
          <p:cNvPr id="75" name="Shape 71"/>
          <p:cNvSpPr/>
          <p:nvPr/>
        </p:nvSpPr>
        <p:spPr>
          <a:xfrm>
            <a:off x="10515600" y="504748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10515600" y="50474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77" name="Text 73"/>
          <p:cNvSpPr txBox="1"/>
          <p:nvPr/>
        </p:nvSpPr>
        <p:spPr>
          <a:xfrm>
            <a:off x="8235696" y="5358384"/>
            <a:ext cx="220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智慧胶囊</a:t>
            </a:r>
            <a:endParaRPr lang="en-US" sz="1050" dirty="0"/>
          </a:p>
        </p:txBody>
      </p:sp>
      <p:sp>
        <p:nvSpPr>
          <p:cNvPr id="78" name="Shape 74"/>
          <p:cNvSpPr/>
          <p:nvPr/>
        </p:nvSpPr>
        <p:spPr>
          <a:xfrm>
            <a:off x="10515600" y="543153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10515600" y="54315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950" dirty="0"/>
          </a:p>
        </p:txBody>
      </p:sp>
      <p:sp>
        <p:nvSpPr>
          <p:cNvPr id="80" name="Text 76"/>
          <p:cNvSpPr txBox="1"/>
          <p:nvPr/>
        </p:nvSpPr>
        <p:spPr>
          <a:xfrm>
            <a:off x="658368" y="632764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十一条投、四条半投、三条补齐、两条搭车、一条顺手做。每一条后面都有两页：一页讲场景与别人做到哪，一页讲我们怎么做。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532120" cy="3456432"/>
          </a:xfrm>
          <a:prstGeom prst="rect">
            <a:avLst/>
          </a:prstGeom>
        </p:spPr>
      </p:pic>
      <p:pic>
        <p:nvPicPr>
          <p:cNvPr id="4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303580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方向一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33467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206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条创新点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把第一次上手、日常排查、发版前检查这几段路铺平——这一类不靠 AI，靠把界面和流程理顺。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01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工具栏自定义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界面跟着当前在干的事走，而不是让人自己一个一个去配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调试的时候要把 Git 面板关掉、把 Debug 和 Terminal 打开；改完切回写代码，又要反过来关一遍。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一天切五六次，每次都手动。面板越装越多，每次要找的那一个反而越难找。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IntelliJ 平台（DevEco Studio 的底座）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五种视图模式：全屏、无干扰、演示、禅、紧凑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缺口：全是“把东西藏起来”，没有一种是“按任务给你一套”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一直按窗口标签页记住布局；26 改成全局、一关全关，一位用了二十年的开发者在官方论坛逐条抗议，苹果技术支持接了单，26.3 又把独立设置加回来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缺口：证明了“界面跟着任务走”是真需求，但那只是把功能退回去，不是往前一步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工具窗可拖、布局可存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缺口：存的是“布局”不是“任务”——要人自己想好几套、自己命名、自己记得切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只有工具栏右键管理、模块显隐、模拟器与调试器弹成独立窗口；能存的预设是“自定义编译条件”，存的是启动场景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缺口：布局不能命名、不能保存复用、不能随任务切换；连视图模式这一层都没有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空位是：按任务给预设，而不是再开一个自定义面板把选择题抛回给用户。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01  |  竞品截图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工具栏自定义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2064" y="2468880"/>
            <a:ext cx="5458968" cy="2875788"/>
          </a:xfrm>
          <a:prstGeom prst="roundRect">
            <a:avLst>
              <a:gd name="adj" fmla="val 4134"/>
            </a:avLst>
          </a:prstGeom>
          <a:solidFill>
            <a:srgbClr val="F4F6F7"/>
          </a:solidFill>
          <a:ln/>
        </p:spPr>
      </p:sp>
      <p:pic>
        <p:nvPicPr>
          <p:cNvPr id="10" name="Image 1" descr="deck/shots/s01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15184"/>
            <a:ext cx="5166360" cy="25831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3504" y="256032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3504" y="256032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47004" y="256032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79592" y="256032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" y="525322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" y="51206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47004" y="525322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79592" y="51206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12064" y="5564124"/>
            <a:ext cx="5458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IntelliJ 平台 · 五种视图模式（全屏 / 无干扰 / 演示 / 禅 / 紧凑）· 2026-09-10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90488" y="2468880"/>
            <a:ext cx="5458968" cy="2875788"/>
          </a:xfrm>
          <a:prstGeom prst="roundRect">
            <a:avLst>
              <a:gd name="adj" fmla="val 4134"/>
            </a:avLst>
          </a:prstGeom>
          <a:solidFill>
            <a:srgbClr val="F4F6F7"/>
          </a:solidFill>
          <a:ln/>
        </p:spPr>
      </p:sp>
      <p:pic>
        <p:nvPicPr>
          <p:cNvPr id="21" name="Image 2" descr="deck/shots/s01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615184"/>
            <a:ext cx="5166360" cy="25831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81928" y="256032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81928" y="256032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425428" y="256032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558016" y="256032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81928" y="525322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81928" y="51206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1425428" y="525322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558016" y="51206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190488" y="5564124"/>
            <a:ext cx="5458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26 把按标签页记布局改成全局后，开发者在官方论坛逐条抗议 · 2026-09-12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01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工具栏自定义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按任务给三套预设：调试、审阅、多设备验证，切一次到位。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切过去之后记得住——在这套布局里挪过的面板，下次回来还在原处。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不再开一个自定义面板，那等于把选择题又抛回给用户。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三套预设（调试／审阅／多设备验证）切换前后的布局对比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这个需求不是我们想出来的，是别人拿掉之后被骂出来的。人要的不是“能自己配”，是换一件事做的时候界面跟着换一套。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02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场景化应用体检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按场景跑一遍检查，把上架会被打回的问题提前到写代码的时候暴露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功能都写完了，提交上架。两天后被打回：无障碍描述没写、隐私声明少一条、图标在手表上被裁了一圈。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回头改，而这时候改一次的代价最大——代码早就不在手边的上下文里了。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Studio（lint）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给能点进去改的清单，定位到文件和行号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缺口：按检查项类别分，不按场景分；要人自己先知道该看哪一类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Previews 变体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深色、方向、字号全铺开并排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缺口：分法对了，但只给画面，看不看得出问题全靠人眼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Qoder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Guard 在提交前跑质量检查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缺口：跑的是代码质量规则，不按上架场景分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内跑得最全：代码质量扫描 + 约 50 类漏洞扫描 + 体验评分 Audits（性能／体验／最佳实践三分类）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缺口：规则按技术类别分不按场景分、结果没有文件行号跳转；真正导致打回的隐私声明、类目、内容安全完全不在 IDE 里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按场景分 Xcode 证明过，给能改的清单 lint 证明过。两家各做对一半，把两半合起来并提前到改代码那一刻，没人做。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02  |  竞品截图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场景化应用体检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2064" y="2468880"/>
            <a:ext cx="5458968" cy="2875788"/>
          </a:xfrm>
          <a:prstGeom prst="roundRect">
            <a:avLst>
              <a:gd name="adj" fmla="val 4134"/>
            </a:avLst>
          </a:prstGeom>
          <a:solidFill>
            <a:srgbClr val="F4F6F7"/>
          </a:solidFill>
          <a:ln/>
        </p:spPr>
      </p:sp>
      <p:pic>
        <p:nvPicPr>
          <p:cNvPr id="10" name="Image 1" descr="deck/shots/s02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15184"/>
            <a:ext cx="5166360" cy="25831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3504" y="256032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3504" y="256032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47004" y="256032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79592" y="256032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" y="525322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" y="51206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47004" y="525322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79592" y="51206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12064" y="5564124"/>
            <a:ext cx="5458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· lint 输出按检查项类别分组，每条可点进去改 · 2026-09-10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90488" y="2468880"/>
            <a:ext cx="5458968" cy="2875788"/>
          </a:xfrm>
          <a:prstGeom prst="roundRect">
            <a:avLst>
              <a:gd name="adj" fmla="val 4134"/>
            </a:avLst>
          </a:prstGeom>
          <a:solidFill>
            <a:srgbClr val="F4F6F7"/>
          </a:solidFill>
          <a:ln/>
        </p:spPr>
      </p:sp>
      <p:pic>
        <p:nvPicPr>
          <p:cNvPr id="21" name="Image 2" descr="deck/shots/s02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615184"/>
            <a:ext cx="5166360" cy="25831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81928" y="256032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81928" y="256032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425428" y="256032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558016" y="256032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81928" y="525322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81928" y="51206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1425428" y="525322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558016" y="51206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190488" y="5564124"/>
            <a:ext cx="5458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Previews 官方文档 · 深色 / 方向 / 字号变体并排 · 2026-09-12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02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场景化应用体检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按场景跑，不按检查项分类：上架自检、首次启动、低端机、无网弱网。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改完代码当场跑一遍，不用手动触发。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每条结论给到文件和行号，点一下就落到那一行。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不给文档链接——文档不好找是所有人都在抱怨的事。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体检结果面板：按场景分组，每条带文件与行号，点一下落到那一行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按场景分 Xcode 证明过，给能改的清单 lint 证明过。两家各做对一半，把两半合起来、并且提前到改代码的那一刻，这件事没人做。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ba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03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调优：从「症状」进入的性能与体验调优，可视、可回溯，AI 修复闭环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卡了、耗电、启动慢——从人能说出口的症状进入，改完还要告诉你到底有没有改好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用户反馈“列表滑起来卡”。你打开 Profiler——第一步就卡住了：得先知道该看哪个指标。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折腾半天改了一处，改完之后没人告诉你这一下到底有没有用。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Profiler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火焰图、系统跟踪、内存与电量、崩溃行内标注，看图定位很成熟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缺口：入口是指标不是症状；改完没有自动复测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Instruments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同样成熟。Apple 官方把复测明写成人工步骤——在 Instruments 里做一份 after profile，拿去和 before 比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缺口：官方自己承认这一步是人工的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XCTest / Xcode 线上性能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XCTest 能自动判定；线上性能能做版本间比较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缺口：XCTest 要人写测试、人设基线；线上性能要发版、要等够量数据。都不是“改完立刻知道”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性能面板九类指标 + 体验评分 Audits，诊断还给“优化空间预估”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缺口：入口是选指标不是说症状；复测被官方写成“重启小程序→手动走路径→导 JSON→拖回面板”六步人工；且报告不留存，自己跟自己比都做不到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全行业停在“帮你找问题、帮你出补丁”，没人做“帮你确认这一下有没有用”——而这恰恰是 AI 修复能不能被信任的唯一依据。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ba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03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调优：从「症状」进入的性能与体验调优，可视、可回溯，AI 修复闭环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从症状进入：卡了、耗电、启动慢，不要求先知道该看哪个指标。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把指标画成看得懂的图，点进去能定位到代码。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给修复建议，改动可以逐条审、可以退回去。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改完自动在真机上重跑同一条记录，给前后对比。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同一条真机记录的 before / after 并排，差异部分高亮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全行业都停在“帮你找问题、帮你出补丁”，没人做“帮你确认这一下有没有用”——而这恰恰是 AI 修复闭环能不能被信任的唯一依据。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04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应用翻译 / 转化：安卓应用一键转化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已经有安卓版，再交一个鸿蒙版；产出的是原生 ArkTS 代码，不是兼容层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一家已经有安卓版的公司要交鸿蒙版。功能清单是同一份，代码要重写一遍。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更难受的是之后：从今往后每加一个需求，都要改两处，而且这件事永远不会结束。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Apple Mac Catalyst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就是一个复选框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缺口：官方在小节标题里直接叫“超出复选框的部分”——自己承认一键之后还有活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Java → Kotlin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文件级一键转换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缺口：官方承诺只到“功能等价、能编译跑”，下一句就是“你很可能还要做额外优化”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微信开发者工具（Donut 多端框架）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一次编码，分别编译为小程序与 Android、iOS 应用；官方公开了「需适配的组件汇总」「需适配的 API 汇总」两份清单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缺口：承诺止于“可构建安装包提交于各大应用市场”，提交是开发者自己的事；剩余的活是两份全量静态清单，不针对你这个工程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Studio（我方现状）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官方给的是三篇迁移指导文档；社区里有开发者直接在问“有没有工具能把 Android 项目转成 ArkTS” [D]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缺口：需求真实、工具缺位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没有一个官方先例一键到“能发版”。真空位在一键之后：把全量适配清单变成针对当前工程的动态待办（Visual Studio 升级助手的“带复选框步骤树”值得借），以及把“长期维护两个版本”当常态来设计。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04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应用翻译 / 转化：安卓应用一键转化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按屏、按模块一块一块迁，不承诺整个工程一键。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机器转出来的代码在工程里打上标记，哪些还没人看过一眼可查。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安卓版改了需求，列出鸿蒙版还差哪些没跟上。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产出原生 ArkTS 代码，不做兼容层。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转化结果：工程树上逐文件标记「已转 / 待查 / 需人工」，右侧是剩余清单与建议顺序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没有一个官方先例一键到“能发版”，也没有一个把“长期维护两个版本”当常态来设计——迁完就扔是所有先例的默认假设。真空位在一键之后。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532120" cy="3456432"/>
          </a:xfrm>
          <a:prstGeom prst="rect">
            <a:avLst/>
          </a:prstGeom>
        </p:spPr>
      </p:pic>
      <p:pic>
        <p:nvPicPr>
          <p:cNvPr id="4" name="Image 2" descr="deck/icon-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303580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方向二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33467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206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条创新点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这一类竞争最挤。七家在解的都是“让 AI 干得更多”，没人解“人对这一串过程能不能看清楚、挑着退回去”——十条里的空位集中在这儿。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05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Inline-chat 要覆盖更多场景，UI、Code、md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选中一段就地问、就地改，不用切到侧边面板描述半天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在代码里选中一段直接说改成什么，这个已经很顺了。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但在界面预览上看到一个按钮歪了，或者在 README 里想改一段话，还是得切回侧边面板，把“哪个文件哪一处”重新描述一遍。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Xcode / Android Studio / Qoder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代码里就地改四家全有：Cursor 的 Cmd+K、Xcode 的 coding tools 弹框、Android Studio 的 Transform code、Qoder 的 Inline Chat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缺口：这一层是标配，不用当创新讲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唯一把就地对话做进 IDE 预览面板的（Compose 预览右键 Transform UI）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缺口：只覆盖 Compose，画布上改完还是交给 AI 去落地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Claude Code / Xcode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与 Claude Code 要先把应用真跑起来、在浏览器里改；Xcode 画布上没有任何对话入口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缺口：预览这一格只有一家占住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可视化编辑已经做出“选中元素 ↔ 定位代码”的锚点，双向同步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缺口：锚点铺好了却没接自然语言入口：代码里、预览上、文档里三处就地对话都未找到公开证据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代码那一格是补齐。真正空着的是文档那一格——鸿蒙开发者写 README、写接口说明、写上架材料都在 IDE 里。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05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Inline-chat 要覆盖更多场景，UI、Code、md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代码里的就地对话保持（已是标配）。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扩到界面预览：在预览上选中元素直接说。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扩到 Markdown 文档：写 README、接口说明、上架材料时就地改。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三处入口示意：代码里、界面预览上、Markdown 文档里，同一套就地对话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代码那一格是补齐，不用当创新讲。真正空着的是文档那一格——鸿蒙开发者写 README、写上架材料都在 IDE 里，一家都没做。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06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Voice coding：语音开发模式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用说话代替敲键盘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两只手都在设备上，眼睛盯着屏幕看刚才那一下有没有复现，想让 AI 再跑一遍——但能下指令的只有键盘。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真要用嘴写代码又不现实：符号、驼峰命名、缩进，纯听写认不准。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 /voice，按住说或点一下说，明说“为编程词汇调优，会自动把项目名和分支名加进识别提示”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缺口：做得最完整的一家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内置听写 + 自家语音扩展，还有“Hey Code”唤醒词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缺口：有，但停在输入层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按住 Ctrl+M 录音转写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缺口：只写在变更日志里，设置页没有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Xcode / Qoder / 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官方文档里都未找到 IDE 自身的语音输入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缺口：第三方在补位：Talon 用 formatter 解决命名、Serenade 用模型补符号、Wispr Flow 读编辑器里的符号名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“把需求说出来”已经是补齐。没有一家描述过“AI 读回来、用嘴确认、全程不碰键盘”，也没有一家 IDE 厂商把语音接到自己的构建、运行、调试命令上。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06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Voice coding：语音开发模式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先做“把需求说出来”这一段，按编程词汇调优识别。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把当前项目名、分支名、工程里的符号名加进识别提示。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更远的目标是语音闭环：AI 把结果读回来，用嘴确认或纠偏。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语音闭环：说出需求 → AI 读回理解 → 用嘴确认或纠偏 → 执行，全程手不离设备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“把需求说出来”已经是补齐。真空位在语音闭环——没有一家描述过“AI 读回来、用嘴确认、全程不碰键盘”，也没有一家 IDE 厂商把语音接到自己的构建、运行、调试命令上。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07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几件活同时交给 AI 时，谁在干、谁在等你、谁干完了，一眼看全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三件活同时交给 AI。你以为它们都在跑，去干别的了。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回来才发现：第一件一小时前就停下来等一个确认，第二件在排队，第三件早干完了。界面上一句话都没说。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Xcode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能同时开几条会话、Recent Chats 里切换；Xcode 只有一条会话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缺口：状态只有活跃时间（2m／5m／9m），没有“在等你”这一档；Xcode 连并排都没有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IDE 做成 Agent 的工具面：七组 Skill、wechatide CLI 加 MCP，开项目／编译／操模拟器／读日志／预览上传都能被外部 Agent 调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缺口：Skills 文档里没有并发、队列、任务态任何描述，是“一条命令一次调用”的同步语义——等待全发生在 IDE 之外，工具里看不到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Google（Android Studio 发布博客）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点名“审批疲劳”——问得太频繁，人就不看内容直接点同意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缺口：解法是少问（权限分级、沙箱），不是让等待看得见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Code（我方现状）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开发者报一小时没动静 [D]，官方论坛回复确认“服务端并发请求量过大，触发了排队控制” [B]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缺口：机制已确认，但排队状态、位次、预计等待、可取消，界面上一件都没有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两家都在解“少问”，没人解“问得看得见”。这是全清单里唯一一处三样证据齐全的空位：厂商已确认的问题、采纳数据的分叉、对手承认却没解的那半边。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07  |  竞品截图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32888" y="2267712"/>
            <a:ext cx="7095744" cy="3712464"/>
          </a:xfrm>
          <a:prstGeom prst="roundRect">
            <a:avLst>
              <a:gd name="adj" fmla="val 3202"/>
            </a:avLst>
          </a:prstGeom>
          <a:solidFill>
            <a:srgbClr val="F4F6F7"/>
          </a:solidFill>
          <a:ln/>
        </p:spPr>
      </p:sp>
      <p:pic>
        <p:nvPicPr>
          <p:cNvPr id="10" name="Image 1" descr="deck/shots/s07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432304"/>
            <a:ext cx="6766560" cy="3383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33472" y="236829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33472" y="236829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395460" y="236829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28048" y="236829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33472" y="58795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33472" y="574700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95460" y="58795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28048" y="574700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8368" y="618134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· Agent Sessions 与 Recent Chats：状态只有活跃时间，没有“在等你”这一档 · 2026-09-10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07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状态分三档：在干／在等你／干完了。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排队时说清排第几、还要等多久、能不能取消。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不加新的会话列表——列表早就有了，缺的是分档。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三档状态的任务面板：在干 / 在等你（带蓝点排前）/ 干完了，排队项带位次与预计等待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两家都在解“少问”，没人解“问得看得见”——这是十九条里唯一一处三样证据齐全的空位：厂商已确认的问题、采纳数据的分叉、对手承认却没解的那半边。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08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输出内容压缩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两件事：压模型带着的历史，和压人要读的那段回复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问一句，AI 吐回来两屏。真正要看的结论在第三段，前面两段是它的推理过程。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同时会话越聊越长，上下文被撑满，回答开始变糊，而人看不到是什么占掉了空间。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963168"/>
          </a:xfrm>
          <a:prstGeom prst="roundRect">
            <a:avLst>
              <a:gd name="adj" fmla="val 1234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 / VS Code / Cursor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68884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压历史是标配：Claude Code 的 /compact 可带指令、可设阈值、可看谁占空间；VS Code 自动压缩并明说“早先消息的细节可能被摘要或省略”；Cursor 超窗自动摘要并显示为 Summarized Messages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缺口：这一层不用当创新讲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407408" y="3624072"/>
            <a:ext cx="7095744" cy="963168"/>
          </a:xfrm>
          <a:prstGeom prst="roundRect">
            <a:avLst>
              <a:gd name="adj" fmla="val 1234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761232"/>
            <a:ext cx="170078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761232"/>
            <a:ext cx="0" cy="68884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761232"/>
            <a:ext cx="471830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压“人要读的那段回复”只有它一家有官方文档（Concise 风格）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缺口：有条保底规则可以直接借：错误报告、安全警告、危险操作的确认永远完整保留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407408" y="4706112"/>
            <a:ext cx="7095744" cy="963168"/>
          </a:xfrm>
          <a:prstGeom prst="roundRect">
            <a:avLst>
              <a:gd name="adj" fmla="val 1234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843272"/>
            <a:ext cx="170078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843272"/>
            <a:ext cx="0" cy="68884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843272"/>
            <a:ext cx="471830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Studio·Xcode·微信开发者工具·Cursor·Claude Code·Codex·Qoder 都没有“摘要能展开回溯、按重要性分层”的人侧导航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缺口：长会话读不回去，这一格全空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叫“内容压缩”会被当成省 token 的技术活。真正的价值是“结论先行、过程收起来”，而那条保底规则可以直接借。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08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输出内容压缩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回复先说结论，过程收起来可展开。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报错、安全警告、危险操作的确认永远完整显示，不压。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历史侧做自动摘要与手动压缩，并让人看得到是谁占了空间。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一条回复的两种形态：折叠时只有结论与改动清单，展开后是完整推理；警告类永远不折叠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叫“内容压缩”会被当成省 token 的技术活。它真正的价值是“结论先行、过程收起来”，而且那条保底规则可以直接借。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09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可视化编程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在画布上摆、连、调，直接产出能跑的界面或逻辑，不靠背 API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搭一个设置页，或者串一条“登录失败就重试两次再提示”的流程。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界面部分要先记住嵌套结构，逻辑部分要先背 API。人心里早就知道要什么样，手上却得先把它翻译成代码。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Claude Code / Codex / Qoder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这一代 AI IDE 一家都没做画布式编程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缺口：Claude Code 的 /design 产出的是设计稿画板，不是能跑的界面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Xcode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Layout Editor 拖控件代替手写 XML；Xcode Interface Builder 同类做法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缺口：都是上一代产物：Navigation Editor 官方自称“本质是个编辑 XML 的图形界面”，Interface Builder 文档已进归档区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代码可视化编辑：拖拽改位置尺寸、改属性样式事件、与代码双向同步，alt 悬停量间距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缺口：官方自认“属性和事件的编辑能力相对基础”；连线做业务逻辑在工具内未找到证据，低代码的微搭是腾讯云产品、与工具无官方绑定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七家文档里都没有“连线做业务逻辑”的公开说明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缺口：上一代画布只管界面摆放和页面跳转，逻辑一概不管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声明式界面加 AI 这一代，画布这条路是断的。画布和代码应当是同一份东西的两种看法，不是两套。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09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可视化编程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画布上摆控件、连关系、调参数，直接出能跑的界面。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画布和代码是同一份东西的两种看法，不是两套。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逻辑编排也能画，不只是界面摆放。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画布与代码并排：左边摆控件连关系，右边同步出 ArkTS，改任一边另一边跟着变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声明式界面加 AI 这一代，画布这条路是断的。七家文档里没有任何一家有“连线做业务逻辑”的公开说明。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ba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10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可视化调优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性能问题靠看图定位，不靠读指标和日志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图已经很好看了：火焰图、系统跟踪、内存曲线都在。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问题在看完之后——把图上的那一处异常翻成“代码里的哪一行”，以及改完之后重新跑一遍确认，这两步全靠人。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Profiler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调用图、火焰图、系统跟踪、内存与电量、交互时间线；崩溃在代码行上有行内标注；新的 Performance Analyzer 能把自然语言转成可执行查询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缺口：看图定位这一半非常成熟，是彻底的补齐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Instruments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同样成熟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缺口：同上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Trace、FPS、真机调试 2.0、低端机模拟、体验评分，测得很细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缺口：报告不留存——体验评分“一旦清空将无法再查看本次结果”，前后对比在数据层就被断掉了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没有一家把 AI 接到“改完自动重跑同一条记录并渲染前后差异”上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缺口：这是和第 03 条共用的同一格空位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看图这一半是补齐，不要当创新讲。这条的价值在于它是第 03 条的前半段——两条合起来才是完整闭环。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ba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10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可视化调优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把指标画成看得懂的图，点进去直接定位到代码。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和上面第 03 条连起来：从症状进入 → 看图定位 → AI 出补丁 → 自动复测给前后对比。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从图上一处异常点进去直接落到代码行；下方是改完自动复测的前后曲线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看图这一半是彻底补齐，不要当创新讲。这条的价值在于它是第 03 条的前半段——两条合起来才是完整闭环。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11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互动式意图确认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动手之前，先把它理解的意思说一遍让人确认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你说“把登录页的错误提示改友好一点”。AI 理解成了“重写整个错误处理模块”，但它不说，直接开始动手。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等你发现的时候，已经改了一片。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计划模式明说“读文件、跑命令探查，但不改源码，批准之前编辑一直被挡住”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缺口：边界写得比我们清单还细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计划可以来回改、在计划上挂批注再点继续，官方强调这发生在“agent 还没花掉任何时间和 token 之前”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缺口：同上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对外部 Agent 设了两道门：首次连接按 clientName 弹窗授权；写操作（删项目、云数据库写、云存储删、云函数部署）逐次弹确认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缺口：两道门回答的都是“准不准做”，不回答“你理解对了吗”——没有计划模式，拿不到“它打算怎么干”的预览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Codex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只有这两家明确写了等答案期间继续干活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缺口：Android Studio·Xcode·Claude Code·微信开发者工具 都是问了就停；这是和第 07 条同一个题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这条本身是补齐，别当创新讲。唯一能讲的是“问而不停”：Cursor 是“问了但不停”，我们现在是“停了但不说”。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11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互动式意图确认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动手前把理解的意思摆出来让人确认或改。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关键是确认的时候它不停下来——边等回答边继续读文件、继续探查。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问题给选项也能自己写，不要只能打字。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确认卡：左边是 AI 理解的意思（可直接改），右边它仍在继续读文件，进度条不停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这条本身是补齐，别当创新讲。唯一能讲的是“问而不停”——而它和第 07 条 Agent Team 是同一个题：Cursor 是“问了但不停”，我们现在是“停了但不说”。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12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 Workflow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把重复跑的一串动作存下来，下次一句话跑完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每周版本前那串活是固定的：跑体检、看报告、改问题、再跑一遍、导出上架材料。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每次都要重新跟 AI 交代一遍。能存下来，但得你自己想起来要存——大多数人不会想起来。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 / Android Studio / Xcode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存说明文字已经趋同到连文件路径和格式都一样：SKILL.md + .agents/skills，Codex 与 Android Studio 用的是同一个开放标准；Xcode 也能在各 agent 配置目录下建技能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缺口：这一层是标配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存整串编排只有它做了：跑完按一个键存成命令、随仓库分发、可装进插件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缺口：这一层只有一家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已有官方的 Skill 固化机制：YAML 加 SKILL.md，菜单栏可“导出开发者工具 Skill”再导入 AI Agent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缺口：仍要人主动导出；官方同样没提过“我看你这串动作跑了三次，要不要固化”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都要人主动说“存下来”，没有一家在官方文档里提过主动发现重复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缺口：这一格全空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别讲“我们也做 Skill”，那是标配。讲“不用你想起来要固化”——而且这一格天然连着“最了解鸿蒙”：只有官方知道哪几串动作是高频的。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12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 Workflow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工具自己看出重复，主动问要不要存下来。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存的是整串编排，不只是一段说明文字。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存下来的能随代码仓库分发给整个团队。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鸿蒙开发里的高频动作，由官方先存好一批。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工具主动弹出：“这串动作你这周跑了三次，存成一个命令？”下面是编排的可视化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别讲“我们也做 Skill”，那是标配。讲“不用你想起来要固化”——而且这一格天然连着“最了解鸿蒙”：只有官方知道哪几串动作在鸿蒙开发里是高频的。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13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&amp; Code 二次编辑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在预览上直接改，代码跟着变；改代码，预览也跟着变。双向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预览里看到两个卡片之间的间距不对。你得在脑子里把它翻成“哪个文件、哪一行、哪个参数”，再去改。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想反过来在预览上直接拖一下就完事——今天只有上一代的 XML 布局能这么干。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原文把边界划得最清楚：界面到代码是“高亮／跳转”，代码到界面是“立刻更新”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缺口：中间“在画布上直接改”没有对应的动词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Compose 预览上做的是同样半边的事（点轮廓跳定义）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缺口：同样缺反方向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浏览器可视化编辑器能直接上手操控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缺口：但那一下落地还是交给 AI 去猜，且发生在浏览器里的真应用而非 IDE 预览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真双向、不过 AI 的现役产品只有它：可视化编辑能拖拽改位置尺寸、改属性样式事件，改动确定写回代码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缺口：官方自认“属性和事件的编辑能力相对基础”，对齐、图层、分组还在后续计划里；且它是命令式的 WXML，不是声明式界面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真双向只在命令式界面里活着（微信的 WXML、Android 的老 XML）。声明式界面这一代——Compose / SwiftUI / ArkUI——“在预览上改、确定写回源码”全行业空着。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13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&amp; Code 二次编辑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在预览上直接拖、直接改，改动确定写回源码，不让 AI 去猜。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改代码预览立刻跟着变——这一半已经有了，要补的是反方向。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改动落到源码的哪一行，人能看见。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预览上拖动一个间距，右侧代码对应那一行同步高亮并改写，不经过 AI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真双向只在命令式界面里活着——微信的 WXML、Android 的老 XML。声明式界面这一代（Compose / SwiftUI / ArkUI）“在预览上改、确定写回源码”全行业空着。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14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协作时间轴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一次协作里 AI 做过哪些事、哪一步改了什么，能顺着看回去，也能退回某一步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一次让 AI 改了七八处。人只看到最后结果。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想知道第三步到底改了什么，或者只退掉第三步、保留第四第五步——现在做不到。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检查点按每条用户提示存，/rewind 有六个动作（还代码＋对话／只还对话／只还代码／往后压成摘要／到这之前压成摘要／取消）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缺口：刻度是“人说了几句话”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History 是一根滑块，往上拉撤、往下拉加回来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缺口：必须有 Git 仓库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检查点与 Git 独立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缺口：官方还劝你永久版本控制用 Git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Qoder 按对话轮回退；微信侧只有通用的 Git 代码管理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缺口：外部 Agent 通过 wechatide 批量动了工程之后，微信没在 IDE 里为“这次 AI 干了什么”留下任何边界，审阅与回退整体推给 Git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能看能退是补齐。两格空位：刻度落到 AI 的执行步骤上、能挑着退。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14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协作时间轴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时间轴的刻度落在 AI 自己的执行步骤上，不是“人说了几句话”。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每一步改了什么，和它是为了满足计划里的哪一条，绑在一起。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能挑着退：只退掉第三步，保留第四第五步。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时间轴：刻度是 AI 的执行步骤，每一步挂着改动与它对应计划里的哪一条，单步可退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能看能退是补齐。两格空位：刻度落到执行步骤上、能挑着退。而且 Claude Code 官方列的四类“追不到的改动”（bash 命令改的、子 agent 改的、会话外手改的、符号链接指向的）建议原样搬进设计约束——做同类功能几乎一定会踩。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532120" cy="3456432"/>
          </a:xfrm>
          <a:prstGeom prst="rect">
            <a:avLst/>
          </a:prstGeom>
        </p:spPr>
      </p:pic>
      <p:pic>
        <p:nvPicPr>
          <p:cNvPr id="4" name="Image 2" descr="deck/icon-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303580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方向三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33467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206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条创新点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这一类没有对标，因为别人没有这个题可做——多形态、分布式、一次开发多端部署，只有我们手里有。也正因为没有对标，做错了没人提醒，所以每条都要自己把判断规则定下来。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15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一多联动＋跨端开发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同一个开发任务，在 PC、平板、手表、手机上状态同步——换一端接着干，不用从头来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PC 上调到一半，要去会议室。合上电脑，到了那边打开平板——状态全部归零：设备连着谁、断点打在哪、日志看到第几行、AI 刚才说到哪，都要重来。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另一个时刻：真机调试时两只手都在设备上，眼睛盯着屏幕，但能下指令的只有电脑。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Codespaces / Gitpod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“环境跟着人走”已经解决：换机器打开就是原样的容器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缺口：但容器里没有真机，真机在你桌上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Claude 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“会话跟着人走”已经解决：换设备继续同一段对话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缺口：解决的是对话，不是任务状态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“任务状态跟着人走”没有找到任何一家做到；微信还把 PC、移动、多端应用拆成三条互斥的开发模式，形态之间更不通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缺口：断点、连着谁、日志读到哪，换一端全部归零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Xcode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手表与手机在它们那里只是被调试的对象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缺口：把小屏当成能发指令的开发端，全行业空白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两个“跟着人走”别人都做了，第三个没人做，而且只有同时握着 IDE 和多形态设备的一方能做。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15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一多联动＋跨端开发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任务状态在 PC、平板、手表、手机之间同步：连着哪几台、断点在哪、日志看到哪、AI 执行到第几步，换一端接上就是原样。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每一端只承担它适合的那部分：PC 写和改，平板看和审，手表和手机只做“继续 / 停 / 看结果”这几个动作。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手表和手机也是能发指令的开发端，不只是被调试的对象。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同一个任务在 PC / 平板 / 手表三端的界面：各自只承担适合的那部分，状态一致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两个“跟着人走”别人都做了，第三个——任务状态跟着人走——没人做，而且只有同时握着 IDE 和多形态设备的一方能做。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d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16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真机多设备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一次改动在多设备上的预览、验证与差异呈现——真机执行面是别人没有的差异化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改完一处布局，切到手机看一眼，切到手表看一眼，切到车机看一眼。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哪一处是响应式适配本来就该长得不一样、哪一处是真出了问题，靠人凭经验分辨。设备越多越做不完，最后就是只验主力机型。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预览变体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把深色、方向、字号铺开并排，证明了“并排比切换好”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缺口：并排的是同一台设备的几种状态，而且是预览不是真机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Running Devices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设备镜像收进 IDE，能连多台；Emulator 36.5（2026-04）支持多设备交互测试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缺口：标签页并列意味着一次只看一台；那是同一形态的多台机器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没有一家做“哪些差异是适配的正常结果、哪些是缺陷”的判断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缺口：这套判断规则本身就是设计资产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真机调试 2.0 有断点、Console、Storage，还能录真机性能火焰图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缺口：全程一机一码一通道，一次改动没法在多台真机上同步验证；真机性能工具 iOS 至今不支持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没有对标，不是我们没找到，是别人没有这个题。并排的对象从“一台设备的几种状态”换成“几种不同的真机”，只有一多带得出来。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d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16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真机多设备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一次改动，自动在几种真机形态上各跑一遍，差异截图并排给出。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核心不在“跑”，在“判断”：哪些差异是一多适配的正常结果、哪些是缺陷，这套规则要我们自己定。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并排的对象是不同形态的设备，不是同一台设备的几种状态。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一次改动，三种真机形态的截图并排，差异处自动圈出并标「适配 / 疑似缺陷」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别人的多设备验证停在预览层，我们能落到真机执行面——这是别人没有的差异化。并排的对象也不同：他们是一台设备的几种状态，我们是几种不同的真机。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17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单屏多设备切换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几台设备的画面同时摆在一块屏上，不用来回切标签页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手机上看着没问题，切到折叠屏展开态又不对。切回去再看一眼，刚才那一眼已经记不清了。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预览器与模拟器是社区里常年被提的一块，问题就在“一次只能看一台”。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Running Devices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设备镜像收进 IDE，多台设备以标签页并列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缺口：标签页意味着一次只看一台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Emulator 36.5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2026-04 起支持多设备交互测试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缺口：多设备仍是同一形态的多台机器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已经用并排代替了切换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缺口：并排的对象是同一台设备的深色 / 方向 / 字号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模拟器可选内置机型、可添加自定义设备尺寸，模拟器与调试器能弹成独立窗口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缺口：始终一次只渲染一台；而且手机、PC、多端应用被拆成三条互斥模式，PC 形态还必须去真实微信客户端看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方向别人证明过了，对象没人换。一块画布上同时摆几种不同形态，本机与远端不分家，改一次几块屏一起刷。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17  |  竞品截图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单屏多设备切换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32888" y="2267712"/>
            <a:ext cx="7095744" cy="3712464"/>
          </a:xfrm>
          <a:prstGeom prst="roundRect">
            <a:avLst>
              <a:gd name="adj" fmla="val 3202"/>
            </a:avLst>
          </a:prstGeom>
          <a:solidFill>
            <a:srgbClr val="F4F6F7"/>
          </a:solidFill>
          <a:ln/>
        </p:spPr>
      </p:sp>
      <p:pic>
        <p:nvPicPr>
          <p:cNvPr id="10" name="Image 1" descr="deck/shots/s17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432304"/>
            <a:ext cx="6766560" cy="3383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33472" y="236829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33472" y="236829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395460" y="236829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28048" y="236829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33472" y="58795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33472" y="574700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95460" y="58795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28048" y="574700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8368" y="618134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· Running Devices 设备镜像以标签页并列，一次只看一台 · 2026-09-10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17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单屏多设备切换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一块画布，几台设备的画面同时在，本机与远端不分家。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改一次代码，画布上几块屏一起刷。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并排的是不同形态——手机、折叠屏、手表、车机、大屏，不是同一形态的几台机器。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一块画布上手机 / 折叠屏 / 手表 / 车机四块屏同时在，改一次一起刷新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这条是真机多设备的支撑层：先让几台的画面能同时在一块屏上，才谈得上“差异并排、替你圈出来”。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18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分布式调试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手机和手表在配合做一件事，出了问题要知道是哪一端、在哪一步断的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手机发起、手表接续的一个流程，在交接那一下断了。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只能开两个窗口各看各的日志，靠时间戳在脑子里对齐——而两端的时钟本来就不一定对齐。断点也只能一端一端打，一端停下来的时候另一端还在跑。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Logcat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能分屏看两台设备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缺口：两个互不相干的面板，不做对齐、不做关联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 多目标调试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multi-target / compound，能同时挂上两个进程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缺口：操作永远只作用于当前选中的 session——切过去才能操作它，不存在“一起停”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有“多账号调试”，能同时开多个微信号跑同一件事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缺口：目标是多微信号协同的业务场景（两人对战、转账），不是两端设备的日志对齐；文档连窗口怎么排都没写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没有一家做到“两端日志按同一条时间轴对齐并指出是哪一端”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缺口：分布式是鸿蒙的产品命题，这块空位只能由我们补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多目标调试别人有，两端对齐没人有。要给出的是判断：这一次是哪一端出的问题、卡在交接的第几步。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18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分布式调试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两端的日志按同一条时间轴对齐，交接的那一下画出来。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断点能同时管住两端：一端停，另一端也停在对应的位置。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给出判断：这一次是哪一端出的问题、卡在交接的第几步。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一条时间轴上两端的日志对齐，交接那一下画出来，断点一端停另一端同步停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多目标调试别人有，两端对齐没人有。分布式是鸿蒙的产品命题，这块空位只能由我们补。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19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远端调试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手边没有的那台设备——手表、车机、大屏——也能拿过来调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要验手表和车机上的表现，但手边没有这两种设备——这两类形态开发者自己很难备齐。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还有个间接后果：报障时说不清自己用的是哪个版本，社区里几乎全是 6.1.x，官方最新是 26.0.0，版本号对不上，问题跟不下去 [D]。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963168"/>
          </a:xfrm>
          <a:prstGeom prst="roundRect">
            <a:avLst>
              <a:gd name="adj" fmla="val 1234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Device Streaming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68884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年就有，2026 年扩到三星、小米、OPPO、一加、vivo、传音的合作伙伴设备实验室 [C]；池子里有 Pixel Watch、Tab S8 Ultra、Z Fold3 [A]；Spark 计划有免费额度 [B]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缺口：做到的是“多几台一样的手机”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407408" y="3624072"/>
            <a:ext cx="7095744" cy="963168"/>
          </a:xfrm>
          <a:prstGeom prst="roundRect">
            <a:avLst>
              <a:gd name="adj" fmla="val 1234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761232"/>
            <a:ext cx="170078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Cloud / Xcode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761232"/>
            <a:ext cx="0" cy="68884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761232"/>
            <a:ext cx="471830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苹果侧没有对等的远端真机租用形态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缺口：设备池这一格只有 Android 一家在做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407408" y="4706112"/>
            <a:ext cx="7095744" cy="963168"/>
          </a:xfrm>
          <a:prstGeom prst="roundRect">
            <a:avLst>
              <a:gd name="adj" fmla="val 1234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843272"/>
            <a:ext cx="170078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微信开发者工具（MiniTest 云测）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843272"/>
            <a:ext cx="0" cy="68884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843272"/>
            <a:ext cx="471830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官方云真机池 300+ 机型，可一次提交多机型跑兼容性，HTTPS 接口提测打通 CI，每周 150 分钟免费额度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缺口：云端设备只对“自动化跑测”开放、不对“交互式远程操作”开放——你不能远程握住一台真机手动点；拿过来也不能接着做两端联调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这条不讲首发，讲追平之后往前一步。再往后，这套真机能力可以变成 CI 和第三方工具能远程调用的服务。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19  |  竞品截图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远端调试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32888" y="2267712"/>
            <a:ext cx="7095744" cy="3712464"/>
          </a:xfrm>
          <a:prstGeom prst="roundRect">
            <a:avLst>
              <a:gd name="adj" fmla="val 3202"/>
            </a:avLst>
          </a:prstGeom>
          <a:solidFill>
            <a:srgbClr val="F4F6F7"/>
          </a:solidFill>
          <a:ln/>
        </p:spPr>
      </p:sp>
      <p:pic>
        <p:nvPicPr>
          <p:cNvPr id="10" name="Image 1" descr="deck/shots/s19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432304"/>
            <a:ext cx="6766560" cy="3383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33472" y="236829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33472" y="236829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395460" y="236829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28048" y="236829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33472" y="58795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33472" y="574700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95460" y="58795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28048" y="574700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8368" y="618134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· 设备串流的远端设备列表 · 2026-09-10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19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远端调试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远端设备直接进“同屏并排”那块画布，按钮是“加进画布”，不是“连接”。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先接手表和车机——开发者最难自备的两种形态。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拿过来之后能接着做分布式联调，不是只能单机跑一下。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再往后一步，这套真机能力可以变成 CI 和第三方工具能远程调用的服务。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Device Manager 的远端列表，按钮是“加进画布”而不是“连接”，直接并入同屏那块画布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这条不讲首发，讲追平之后往前一步：远端那台是别家没有的形态，而且能接着联调。跟着单屏多设备一起做。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20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连接状态体验创新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设备连不上的时候，告诉人卡在第几步、下一步该做什么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新人装完工具，插上设备，设备列表里没有它。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是线没认出来？是授权没过？是端口被占了？还是版本不匹配？界面只给一个结果，排查只能靠经验和终端命令。第一印象就在这一下定了。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Device Hub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占住了“有一个地方能看到问题”这个位置：选中设备，右边画布列出这台设备上的问题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缺口：那是结果清单，不是过程的哪一步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连这个位置都没有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缺口：设备连不上，排查全在终端里，adb 命令一条一条试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真机调试给信息视图：手机型号、系统、微信版本与“连接信息”，另有“警告和错误”列表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缺口：连接状态是二元的——连上 / 已结束；断了只问一句“是否需要重新连接”，不告诉你卡在哪一阶段。官方连一份真机调试排查文档都没有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Studio（我方现状）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Code 安装即失败报 EPERM，有人跟帖复现 [D]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缺口：前置门槛这一桶真实存在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七家均无把握手拆成阶段的做法。空位是把过程显形：认出设备 → 授权 → 建立通道 → 版本匹配 → 就绪，当前卡在第几步标出来，每一步失败给一个能当场做的动作。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20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连接状态体验创新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把连接这件事拆成看得见的几步：认出设备 → 授权 → 建立通道 → 版本匹配 → 就绪，当前卡在第几步标出来。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每一步失败都给一个能当场做的动作，不是给一个错误码。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等待有进度，不是一个转圈。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连接五步的进度条，失败那一步展开成一个可直接执行的动作，不是错误码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这条成本最低、命中“等待可见”最直接，而且是新人第一次装完工具就会撞上的那一下——第一印象就在这里定。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21  |  场景与竞品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智慧胶囊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有一件事正在后台跑，用一个不占地方但一直在的小位置告诉你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3529584" cy="3127248"/>
          </a:xfrm>
          <a:prstGeom prst="roundRect">
            <a:avLst>
              <a:gd name="adj" fmla="val 3801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79776"/>
            <a:ext cx="30175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一件长任务在后台跑。想知道它到哪一步了，只能切回那个面板看一眼；不切，就完全没有感知。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里的状态今天散在三处：状态栏、通知气泡、工具窗，没有一个常驻的轻量位置。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254203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5152" y="267919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IntelliJ 平台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267919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267919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翻完都没有常驻轻量态 [A]；Xcode·微信开发者工具·Cursor·Claude Code·Codex·Qoder 同样没有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缺口：这是结论不是缺口——IDE 里确实没有这个东西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4407408" y="335356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5152" y="349072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iOS 灵动岛与实况活动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73952" y="349072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38544" y="349072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把一件正在进行的事收进常驻的小位置，不打扰但一眼能看到 [B]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缺口：范式源头在消费端，不是 IDE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4407408" y="416509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45152" y="430225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实况更新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73952" y="430225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38544" y="430225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落在状态栏一个 chip 上 [A]，并带一整套准入规则 [B]：必须是正在进行、有明确起止、用户主动触发、需要持续关注；广告、促销、聊天消息、日程提醒、快捷入口明确不许进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缺口：更值钱的是那套规则，不是那枚胶囊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407408" y="4976622"/>
            <a:ext cx="7095744" cy="692658"/>
          </a:xfrm>
          <a:prstGeom prst="roundRect">
            <a:avLst>
              <a:gd name="adj" fmla="val 17162"/>
            </a:avLst>
          </a:prstGeom>
          <a:solidFill>
            <a:srgbClr val="F4F6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45152" y="5113782"/>
            <a:ext cx="170078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3952" y="5113782"/>
            <a:ext cx="0" cy="41833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38544" y="5113782"/>
            <a:ext cx="4718304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模拟器底部有一条常驻状态栏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缺口：占用它的是运行上下文（场景值、页面路径与参数），不是任务状态；编译、上传、预览无阶段化进度，云测排队只给规避建议、不给位次与预计等待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要搬的不是胶囊，是消费端已经定完的那套准入规则——它回答的正是最容易做错的地方：什么该上、什么不许上。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21  |  竞品截图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智慧胶囊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32888" y="2267712"/>
            <a:ext cx="7095744" cy="3712464"/>
          </a:xfrm>
          <a:prstGeom prst="roundRect">
            <a:avLst>
              <a:gd name="adj" fmla="val 3202"/>
            </a:avLst>
          </a:prstGeom>
          <a:solidFill>
            <a:srgbClr val="F4F6F7"/>
          </a:solidFill>
          <a:ln/>
        </p:spPr>
      </p:sp>
      <p:pic>
        <p:nvPicPr>
          <p:cNvPr id="10" name="Image 1" descr="deck/shots/s21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432304"/>
            <a:ext cx="6766560" cy="3383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33472" y="236829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33472" y="236829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395460" y="236829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28048" y="236829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33472" y="58795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33472" y="574700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95460" y="58795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28048" y="574700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8368" y="618134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实况更新 · 状态栏 chip 与通知卡上的进度 · 2026-09-10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21  |  方案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智慧胶囊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765792" y="12618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65792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2267712"/>
            <a:ext cx="4992624" cy="3749040"/>
          </a:xfrm>
          <a:prstGeom prst="roundRect">
            <a:avLst>
              <a:gd name="adj" fmla="val 3171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05456"/>
            <a:ext cx="44439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状态栏一枚胶囊，同时最多两枚，“在等你”的那一枚排前面带蓝点，点开才展开面板。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先只让一类事上胶囊：正在跑的 Agent 任务，含排队。做对了再放第二类。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准入规则先立起来：只有正在进行、有明确起止、人自己发起的、需要持续关注的事能上。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70448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pic>
        <p:nvPicPr>
          <p:cNvPr id="12" name="Image 1" descr="deck/grid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67712"/>
            <a:ext cx="5632704" cy="3749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70448" y="2267712"/>
            <a:ext cx="5632704" cy="3749040"/>
          </a:xfrm>
          <a:prstGeom prst="roundRect">
            <a:avLst>
              <a:gd name="adj" fmla="val 3171"/>
            </a:avLst>
          </a:prstGeom>
          <a:ln w="12700">
            <a:solidFill>
              <a:srgbClr val="E8E8E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61888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79124" y="235915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11712" y="235915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1888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61888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279124" y="592531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11712" y="579272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22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163824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70448" y="385876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418795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状态栏上的胶囊：最多两枚，“在等你”的排前带蓝点，点开才展开面板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要搬的不是那枚胶囊，是消费端已经定完的那套准入规则——什么该上、什么不许上。跟着 AI 协作时间轴一起做。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532120" cy="3456432"/>
          </a:xfrm>
          <a:prstGeom prst="rect">
            <a:avLst/>
          </a:prstGeom>
        </p:spPr>
      </p:pic>
      <p:pic>
        <p:nvPicPr>
          <p:cNvPr id="4" name="Image 2" descr="deck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303580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方向四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33467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体验评估策略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206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这一类不产出功能，产出判据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上面每一条都写了“主要改善哪个指标”。这一页说清楚：这四个指标各自怎么测，测的时候拿什么当尺子。没有这一层，前面的判断就只是说法。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体验评估策略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四个指标，各自怎么测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9202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前三个是过程指标，版本内可测、可直接设计；满意度是它们的结果，不单独作为设计目标。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2377440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32688" y="2505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01·02·03·04·05·06·09·10·12·13·15·16·17·18·19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3401568" y="250545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完成一件事要点几下、在几个窗口之间来回几趟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699248" y="2505456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录屏数点击与窗口切换，同一条任务跨版本比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" y="3273552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32688" y="34015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07·15·20·21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3401568" y="3401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等的时候界面说了什么：在跑还是在排队、排第几位、还要多久、能不能取消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699248" y="3401568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从发起到第一次给出状态的时间；等待期间界面给出的信息条数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16966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32688" y="4297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4626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03·08·11·14·16·18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401568" y="429768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改动能不能看懂、能不能挑着退回去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699248" y="4297680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一次多文件改动，看懂它改了什么并撤回，需要多少步；能不能只退其中一步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" y="5065776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F4F6F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2688" y="5193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932688" y="5522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结果指标，不单列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3401568" y="519379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人愿不愿意把活交给它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7699248" y="5193792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季度调研 + 上面三项的实测结果对照看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" y="5961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测的时候用同一套任务，不每次换题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" y="621792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五条基准任务跨期固定：改一处界面并看到结果 · 跨三个以上文件的改动审阅并回退 · 五分钟以上的长任务中途纠正 · 装一个第三方能力并调用 · 从“卡了崩了”定位并修复。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icon-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已经做完的是融合方案，这些创新点排在 8.X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658368" y="19202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914400" y="212140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21214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已发布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2487168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7.0 于 9 月 30 日发布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9077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本季度动作是跟踪落地与发布支撑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28160" y="19202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584192" y="212140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84192" y="21214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已合入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584192" y="2487168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融合方案合入 7.1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84192" y="29077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月 30 日随版本发布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997952" y="19202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E6EEFE"/>
          </a:solidFill>
          <a:ln/>
        </p:spPr>
      </p:sp>
      <p:sp>
        <p:nvSpPr>
          <p:cNvPr id="18" name="Shape 14"/>
          <p:cNvSpPr/>
          <p:nvPr/>
        </p:nvSpPr>
        <p:spPr>
          <a:xfrm>
            <a:off x="8253984" y="212140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253984" y="21214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可演示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253984" y="2487168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七份界面稿 ＋ 一份竞品对照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253984" y="29077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界面稿按安装包主题文件还原；竞品对照六家官方文档逐条核实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380390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这些创新点进 BP 的节奏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58368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77824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9/30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877824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 7.0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77824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849270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3068726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3068726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创新方案汇报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3068726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调研结论进规划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040173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E6EEF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5259629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11–12 月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5259629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 规划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259629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与产品线讨论后进规划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7231075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7450531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12/30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7450531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 7.1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7450531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融合方案随版本上线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9421978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9641434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2027-06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9641434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 8.0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9641434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 HDC 2027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58368" y="5486400"/>
            <a:ext cx="10844784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14400" y="5614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先做哪几条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914400" y="5870448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先做 20 连接状态、21 智慧胶囊、07 Agent Team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——这三条成本最低，而且证据最硬：排队这件事厂商已经在论坛里确认过。接着是 02 场景化应用体检（上架问题提前暴露）与 17 单屏多设备、16 真机多设备（差异化最高）。04 安卓转化与 15 一多联动要连着产品线一起排。05 · 06 · 11 · 14 属于补齐，并进日常迭代，不单独占排期。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资产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这一轮攒下来的东西，换个方向、换个人都还能用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5312664" cy="1737360"/>
          </a:xfrm>
          <a:prstGeom prst="roundRect">
            <a:avLst>
              <a:gd name="adj" fmla="val 6842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32688" y="2139696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设计令牌表与界面稿套件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505456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DevEco Studio 6.0.2 安装包主题文件提取（09-08），覆盖界面稿全部配色、字号、间距与组件尺寸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32688" y="3200400"/>
            <a:ext cx="4764024" cy="329184"/>
          </a:xfrm>
          <a:prstGeom prst="roundRect">
            <a:avLst>
              <a:gd name="adj" fmla="val 27778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78992" y="32004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已支撑七份界面示意与一份融合方案演示稿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90488" y="1920240"/>
            <a:ext cx="5312664" cy="1737360"/>
          </a:xfrm>
          <a:prstGeom prst="roundRect">
            <a:avLst>
              <a:gd name="adj" fmla="val 6842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4808" y="2139696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竞品分析的任务复现方法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2505456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五个跨期固定的基准任务，跨期不换，所以结论可比、可累积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64808" y="3200400"/>
            <a:ext cx="4764024" cy="329184"/>
          </a:xfrm>
          <a:prstGeom prst="roundRect">
            <a:avLst>
              <a:gd name="adj" fmla="val 27778"/>
            </a:avLst>
          </a:prstGeom>
          <a:solidFill>
            <a:srgbClr val="E6EEF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11112" y="32004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已用于三份竞品报告，本轮七家官方文档逐条核实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3858768"/>
            <a:ext cx="5312664" cy="1737360"/>
          </a:xfrm>
          <a:prstGeom prst="roundRect">
            <a:avLst>
              <a:gd name="adj" fmla="val 6842"/>
            </a:avLst>
          </a:prstGeom>
          <a:solidFill>
            <a:srgbClr val="F4F6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32688" y="4078224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双周监测机制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4443984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十二主题固定面板 ＋ 五级证据分级，抓不到的写进局限不沉默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32688" y="5138928"/>
            <a:ext cx="4764024" cy="329184"/>
          </a:xfrm>
          <a:prstGeom prst="roundRect">
            <a:avLst>
              <a:gd name="adj" fmla="val 27778"/>
            </a:avLst>
          </a:prstGeom>
          <a:solidFill>
            <a:srgbClr val="E6EEF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78992" y="513892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已跑三期，趋势看板可回看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90488" y="3858768"/>
            <a:ext cx="5312664" cy="1737360"/>
          </a:xfrm>
          <a:prstGeom prst="roundRect">
            <a:avLst>
              <a:gd name="adj" fmla="val 6842"/>
            </a:avLst>
          </a:prstGeom>
          <a:solidFill>
            <a:srgbClr val="F4F6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64808" y="4078224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报告与汇报模板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64808" y="4443984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固定楼层、固定视觉规范，内容换了模板不用重做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64808" y="5138928"/>
            <a:ext cx="4764024" cy="329184"/>
          </a:xfrm>
          <a:prstGeom prst="roundRect">
            <a:avLst>
              <a:gd name="adj" fmla="val 27778"/>
            </a:avLst>
          </a:prstGeom>
          <a:solidFill>
            <a:srgbClr val="E6EEF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11112" y="513892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已用于三份报告与两份汇报材料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5797296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这些不是一次性产物。方向再变一次，令牌表、基准任务和监测面板都还能用。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icon-ba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往哪走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开发正在离开图形界面，所以不能只做界面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658368" y="1920240"/>
            <a:ext cx="10844784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14400" y="2066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先说风险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359152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开发动作正在离开图形界面。今年要进的头部公司恰恰只开 CLI 与插件的门，还可能要求开源。如果把资产全押在“做一个更好的 IDE”上，这条线会随着壳一起贬值。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3383280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往哪走：从“做一个更好的 IDE”，转到“做只有官方手里才有的那部分”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58368" y="37490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F4F6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14400" y="3895344"/>
            <a:ext cx="299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写代码这一层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4261104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写代码、改代码、生成界面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4663440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谁都能做，会被下一次模型发布抹平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5029200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创新点落在这层：9 条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28160" y="37490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E6EEF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584192" y="3895344"/>
            <a:ext cx="299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真机真规则这一层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584192" y="4261104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真机、真设备形态、真上架规则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84192" y="4663440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只有平台方手里有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584192" y="5029200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创新点落在这层：10 条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97952" y="37490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E6EEF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253984" y="3895344"/>
            <a:ext cx="299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配额与权限这一层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8253984" y="4261104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排队与配额、权限、企业管控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253984" y="4663440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只有平台方能做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8253984" y="5029200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创新点落在这层：2 条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58368" y="5541264"/>
            <a:ext cx="10844784" cy="969264"/>
          </a:xfrm>
          <a:prstGeom prst="roundRect">
            <a:avLst>
              <a:gd name="adj" fmla="val 12264"/>
            </a:avLst>
          </a:prstGeom>
          <a:solidFill>
            <a:srgbClr val="FFFF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914400" y="5687568"/>
            <a:ext cx="1033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为什么这样分：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写代码这一层，模型一升级就被抹平，押在那里的投入留不下来。真机、设备形态、上架规则、配额与权限，这些换几代模型都还在，而且只有官方手里有。二十一条里有十二条落在后两层。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9144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来源与局限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58368" y="1152144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2252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外部事实都能查到出处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90195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外部来源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139696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注册开发者 1100 万+、应用与服务 40 万+ · HDC 2026 ⚠️ 未回采原文链接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原生鸿蒙应用 10 万+、HarmonyOS 6 终端 8000 万台 · HEC 2026（2026-08-28）⚠️ 未回采原文链接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中国手机销量系统份额 · Counterpoint 2Q26 ⚠️ 单一来源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使用率 93.7%、满意 75.7% · InfoQ 2025 开发者调研 n=625 ⚠️ 单一来源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工具采用率 84%、信任 33% · Stack Overflow 2025 开发者调查 n=33,662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多会话与状态显示、审批疲劳、lint 分类、上架前报告、远端真机池、Agent Skills · Android 开发者文档与博客（09-10 至 09-13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预览变体、画布交互、编码智能、计划模式、本地化 agent、线上性能与回归门槛 · Apple 开发者文档（09-12 至 09-13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按标签页记布局改成全局与 26.3 修复 · Apple 开发者论坛（2026-02 提交，03 回复）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常驻位的六条规矩 · Apple 人机界面指南（2025-12 更新）＋ Android 实况更新文档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检查点、工作流、输出风格、语音听写 · Claude Code 官方文档（09-12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提问工具、检查点、设计模式、可视化编辑器 · Cursor 官方文档与变更日志（09-12 核实，部分未能逐字复核）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计划模式、技能、权限三档 · Codex 官方文档（09-12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就地对话、Spec 驱动、按轮回退 · Qoder 官方文档（09-12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Mac Catalyst、visionOS 迁移、Java 转 Kotlin、升级助手、现代化 agent · Apple／Google／微软官方文档（09-13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布局与视图、代码质量与漏洞扫描、体验评分 Audits、性能诊断流程 · 微信开发者工具官方文档（09-14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模拟器与自定义设备、真机调试 1.0/2.0、真机性能录制、多账号调试 · 微信开发者工具官方文档（09-14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MiniTest 云测 300+ 机型与配额、miniprogram-automator、miniprogram-ci · 微信开发者工具官方文档（09-14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开发者工具 Skills、可视化编辑、Donut 多端框架与适配清单 · 微信开发者／dev.weixin 官方文档（09-14 核实）</a:t>
            </a:r>
            <a:endParaRPr lang="en-US" sz="940" dirty="0"/>
          </a:p>
          <a:p>
            <a:pPr marL="342900" indent="-3429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设计令牌 · DevEco Studio 6.0.2 安装包主题文件（09-08 提取）</a:t>
            </a:r>
            <a:endParaRPr lang="en-US" sz="94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901952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已知局限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2103120"/>
            <a:ext cx="4736592" cy="3986784"/>
          </a:xfrm>
          <a:prstGeom prst="roundRect">
            <a:avLst>
              <a:gd name="adj" fmla="val 2982"/>
            </a:avLst>
          </a:prstGeom>
          <a:solidFill>
            <a:srgbClr val="F4F6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86016" y="2267712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界面稿是设计示意，不是已实现的界面。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“我们的解法”是设计目标，不是当前能力；本轮不评自家现状。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远端真机这条对我们是追平不是首发，已在对应页标注。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漏斗中间两级（写过代码、有上架产出）是估算，置信度中低，不是官方口径。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生态规模与满意度的几个数字来自上游调研摘要，本轮未回采原文链接。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与 Trae 全站抓取受限：Cursor 部分结论未能逐字复核，Trae 一条未进结论。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华为侧三篇迁移指导文档只核到标题与路径，正文未取到；“是纯指导还是带工具”是推断。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“改完自动复测”这条空位是立论支点，建议实机复现一次再对外讲。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所有“七家均无”均基于七家官方文档检索，不含实机复现。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微信侧对鸿蒙的支持存在两处官方口径不一致（developers.weixin 提 HarmonyOS，Donut 介绍页未提），本轮不据此下结论。</a:t>
            </a:r>
            <a:endParaRPr lang="en-US" sz="1000" dirty="0"/>
          </a:p>
          <a:p>
            <a:pPr marL="342900" indent="-342900">
              <a:lnSpc>
                <a:spcPct val="12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微信的代码质量规则树文档层拿不全，规则级逐条对标需实机打开工具截面板。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6400800"/>
            <a:ext cx="10844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核实于 2026-09-14 · 对标七家官方文档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创新点 · 三个方向</dc:title>
  <dc:subject>PptxGenJS Presentation</dc:subject>
  <dc:creator>PptxGenJS</dc:creator>
  <cp:lastModifiedBy>PptxGenJS</cp:lastModifiedBy>
  <cp:revision>1</cp:revision>
  <dcterms:created xsi:type="dcterms:W3CDTF">2026-09-14T08:37:54Z</dcterms:created>
  <dcterms:modified xsi:type="dcterms:W3CDTF">2026-09-14T08:37:54Z</dcterms:modified>
</cp:coreProperties>
</file>